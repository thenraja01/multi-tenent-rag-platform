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Globex Engineering Q3-Q4 Technical Roadmap</a:t>
            </a:r>
          </a:p>
          <a:p>
            <a:r>
              <a:t>- Chief Technology Officer (CTO): Dr. Marcus Vance</a:t>
            </a:r>
          </a:p>
          <a:p>
            <a:r>
              <a:t>- Focus Area: Multi-Domain RAG &amp; High-Throughput Microservices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Major Engineering Deliverable Dates</a:t>
            </a:r>
          </a:p>
          <a:p>
            <a:r>
              <a:t>1. Project Prometheus (ENG-001): GA Launch Target is October 15, 2026.</a:t>
            </a:r>
          </a:p>
          <a:p>
            <a:r>
              <a:t>2. Apollo Hub Integration (ENG-008): Alpha release scheduled for November 30, 2026.</a:t>
            </a:r>
          </a:p>
          <a:p>
            <a:r>
              <a:t>3. Target Code Coverage: 85% mandatory threshold on all microservices.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