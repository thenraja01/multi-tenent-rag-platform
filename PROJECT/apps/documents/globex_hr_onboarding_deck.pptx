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Welcome to Globex Corporation!</a:t>
            </a:r>
          </a:p>
          <a:p>
            <a:pPr>
              <a:defRPr sz="1800"/>
            </a:pPr>
            <a:r>
              <a:t>New Hire Onboarding &amp; Culture Overview</a:t>
            </a:r>
          </a:p>
          <a:p>
            <a:r>
              <a:t>- Official HR Portal: https://portal.globex.nexus</a:t>
            </a:r>
          </a:p>
          <a:p>
            <a:r>
              <a:t>- Probation Period: 90 Days standard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30-60-90 Day Onboarding Milestones</a:t>
            </a:r>
          </a:p>
          <a:p>
            <a:r>
              <a:t>- Day 30: Complete compliance training, meet mentor, setup workstation.</a:t>
            </a:r>
          </a:p>
          <a:p>
            <a:r>
              <a:t>- Day 60: Deliver first departmental project assignment.</a:t>
            </a:r>
          </a:p>
          <a:p>
            <a:r>
              <a:t>- Day 90: Complete 90-day formal performance review with HR.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